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21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embeddedFontLst>
    <p:embeddedFont>
      <p:font typeface="Alexandria Medium" pitchFamily="34" charset="0"/>
      <p:regular r:id="rId20"/>
    </p:embeddedFont>
    <p:embeddedFont>
      <p:font typeface="Alexandria Medium" pitchFamily="34" charset="-122"/>
      <p:regular r:id="rId21"/>
    </p:embeddedFont>
    <p:embeddedFont>
      <p:font typeface="Alexandria Medium" pitchFamily="34" charset="-120"/>
      <p:regular r:id="rId22"/>
    </p:embeddedFont>
    <p:embeddedFont>
      <p:font typeface="Manrope" pitchFamily="34" charset="0"/>
      <p:bold r:id="rId23"/>
    </p:embeddedFont>
    <p:embeddedFont>
      <p:font typeface="Manrope" pitchFamily="34" charset="-122"/>
      <p:bold r:id="rId24"/>
    </p:embeddedFont>
    <p:embeddedFont>
      <p:font typeface="Manrope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7.sv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8.xml"/><Relationship Id="rId10" Type="http://schemas.openxmlformats.org/officeDocument/2006/relationships/image" Target="../media/image37.sv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61182"/>
            <a:ext cx="4722763" cy="13289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Akıllı Oto Yıkama Kapasite Analizi ve Simülasyon Sistemi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02744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Günlük iş akışı, araç yoğunluğu ve personel verimliliğini analiz eden yüksek sadakatli bir simülasyon ve dashboard sistemi.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15841"/>
            <a:ext cx="2038722" cy="266402"/>
          </a:xfrm>
          <a:prstGeom prst="roundRect">
            <a:avLst>
              <a:gd name="adj" fmla="val 63859"/>
            </a:avLst>
          </a:prstGeom>
          <a:solidFill>
            <a:srgbClr val="CDEFFE"/>
          </a:solidFill>
        </p:spPr>
      </p:sp>
      <p:sp>
        <p:nvSpPr>
          <p:cNvPr id="6" name="Text 3"/>
          <p:cNvSpPr/>
          <p:nvPr/>
        </p:nvSpPr>
        <p:spPr>
          <a:xfrm>
            <a:off x="581174" y="3558332"/>
            <a:ext cx="1868612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MEHMET ÖZBAYRAM · 22430070049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3346"/>
            <a:ext cx="35441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Projenin Amacı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68934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İşletme sahipleri ve sistem analistleri için yıkama kabini sayısı, personel sayısı ve araç geliş sıklığı gibi parametrelerin müşteri bekleme süreleri üzerindeki etkisini gözlemleme imkânı sunar.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08845"/>
            <a:ext cx="4722763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455366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🔍</a:t>
            </a: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Darboğaz Tespiti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761878"/>
            <a:ext cx="4429720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Sistemdeki darboğazları (bottleneck) tespit ederek operasyonel verimliliği artırır.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503786"/>
            <a:ext cx="4722763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365030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📊</a:t>
            </a: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Somut Veriler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956819"/>
            <a:ext cx="442972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Karar vericilere somut, ölçülebilir veriler sunar.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9516"/>
            <a:ext cx="5608141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Özelleştirilmiş Araç Kategorileri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6021"/>
            <a:ext cx="81517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Sistem, farklı fiziksel özelliklere ve işlem sürelerine sahip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farklı araç kategorisini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simüle eder.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82304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13844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Küçük Araçlar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320355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Motor ve Otomobil — Hızlı işlem süresi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482304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013844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Büyük Araçlar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320355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Otobüs ve Tır — Uzun işlem süresi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482304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013844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Görevli Araçlar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320355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Ambulans, İtfaiye vb. — Özel öncelik ve kabin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05916"/>
            <a:ext cx="2628230" cy="3114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Akıllı Kabin Yönetimi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029" y="801291"/>
            <a:ext cx="3317304" cy="331730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29" y="801291"/>
            <a:ext cx="3317304" cy="33173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8281" y="2146846"/>
            <a:ext cx="1245989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Kabin Grupları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4698281" y="2372544"/>
            <a:ext cx="3317304" cy="407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Araç tiplerine göre </a:t>
            </a:r>
            <a:r>
              <a:rPr lang="en-US" sz="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farklı kabin grubu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tanımlanmıştır. Her grup yalnızca kendi araç tipine hizmet verir, böylece çapraz bekleme süreleri minimize edilir.</a:t>
            </a:r>
            <a:endParaRPr lang="en-US" sz="750" dirty="0"/>
          </a:p>
        </p:txBody>
      </p:sp>
      <p:sp>
        <p:nvSpPr>
          <p:cNvPr id="7" name="Shape 3"/>
          <p:cNvSpPr/>
          <p:nvPr/>
        </p:nvSpPr>
        <p:spPr>
          <a:xfrm>
            <a:off x="1133029" y="4276204"/>
            <a:ext cx="2245891" cy="561380"/>
          </a:xfrm>
          <a:prstGeom prst="roundRect">
            <a:avLst>
              <a:gd name="adj" fmla="val 12216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41" y="4276204"/>
            <a:ext cx="57150" cy="5613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9819" y="4390132"/>
            <a:ext cx="1317203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Küçük Araç Kabinleri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1289819" y="4587850"/>
            <a:ext cx="1975172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Sadece Motor ve Otomobiller için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3448943" y="4276204"/>
            <a:ext cx="2245965" cy="561380"/>
          </a:xfrm>
          <a:prstGeom prst="roundRect">
            <a:avLst>
              <a:gd name="adj" fmla="val 12216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655" y="4276204"/>
            <a:ext cx="57150" cy="5613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05733" y="4390132"/>
            <a:ext cx="1312590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Büyük Araç Kabinleri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3605733" y="4587850"/>
            <a:ext cx="1975247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Sadece Otobüs ve Tırlar için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5764932" y="4276204"/>
            <a:ext cx="2245965" cy="561380"/>
          </a:xfrm>
          <a:prstGeom prst="roundRect">
            <a:avLst>
              <a:gd name="adj" fmla="val 12216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644" y="4276204"/>
            <a:ext cx="57150" cy="5613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21722" y="4390132"/>
            <a:ext cx="1351359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Görevli Araç Kabinleri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5921722" y="4587850"/>
            <a:ext cx="1975247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Sadece Görevli Araçlar için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74005"/>
            <a:ext cx="3556769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Detaylı Metrik Analizi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116285"/>
            <a:ext cx="5225430" cy="2961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02" y="2024063"/>
            <a:ext cx="2664023" cy="415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Her Araç Grubu İçin Ayrı Hesaplama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9502" y="2564011"/>
            <a:ext cx="2664023" cy="6179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Genel ortalamalar yerine, her araç grubu için </a:t>
            </a:r>
            <a:r>
              <a:rPr lang="en-US" sz="10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Yıkama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ve </a:t>
            </a:r>
            <a:r>
              <a:rPr lang="en-US" sz="10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Kurulama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bekleme süreleri ayrı ayrı hesaplanır.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945" y="4364087"/>
            <a:ext cx="199355" cy="199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7062" y="4357539"/>
            <a:ext cx="2202135" cy="411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Hangi araç tipinin nerede daha çok beklediği net bir şekilde görülebilir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4729" y="4364087"/>
            <a:ext cx="199355" cy="1993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86845" y="4357539"/>
            <a:ext cx="2202135" cy="411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Yıkama bekleme süresi araç kategorisine göre ayrı raporlanır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4512" y="4364087"/>
            <a:ext cx="199355" cy="1993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76628" y="4357539"/>
            <a:ext cx="2202135" cy="411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Kurulama bekleme süresi araç kategorisine göre ayrı raporlanır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405557"/>
            <a:ext cx="4055046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Canlı Takip Dashboard'u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894162" y="1007715"/>
            <a:ext cx="2330053" cy="2112615"/>
          </a:xfrm>
          <a:prstGeom prst="roundRect">
            <a:avLst>
              <a:gd name="adj" fmla="val 9437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828" y="1145381"/>
            <a:ext cx="398711" cy="39871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440" y="1254993"/>
            <a:ext cx="179412" cy="17941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31828" y="1668661"/>
            <a:ext cx="2007766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Glassmorphism Tasarım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031828" y="1951062"/>
            <a:ext cx="2054721" cy="411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Modern, şık ve göz yormayan karanlık mod arayüzü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6348785" y="1007715"/>
            <a:ext cx="2330053" cy="2112615"/>
          </a:xfrm>
          <a:prstGeom prst="roundRect">
            <a:avLst>
              <a:gd name="adj" fmla="val 9437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451" y="1145381"/>
            <a:ext cx="398711" cy="39871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6063" y="1254993"/>
            <a:ext cx="179412" cy="17941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86451" y="1668661"/>
            <a:ext cx="2054721" cy="415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Gerçek Zamanlı Görselleştirme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6486451" y="2158752"/>
            <a:ext cx="2054721" cy="823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Araçların kuyruğa girişi, kabinlere dağılımı ve personel tarafından kurulama süreçleri anlık animasyonlarla takip edilebilir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3894162" y="3244900"/>
            <a:ext cx="4784675" cy="1492969"/>
          </a:xfrm>
          <a:prstGeom prst="roundRect">
            <a:avLst>
              <a:gd name="adj" fmla="val 1335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1828" y="3382566"/>
            <a:ext cx="398711" cy="398711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41440" y="3492178"/>
            <a:ext cx="179412" cy="17941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031828" y="3905845"/>
            <a:ext cx="1717923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Dinamik Log Sistemi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4031828" y="4188247"/>
            <a:ext cx="4509343" cy="411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Yaşanan her olay (varış, yıkama bitişi, ayrılış) zaman damgasıyla birlikte ekrana akar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6562"/>
            <a:ext cx="3959275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Kullanılan Teknolojiler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3306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03306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 (SimPy)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339578"/>
            <a:ext cx="2067595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Matematiksel ve istatistiksel simülasyon motoru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3306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03306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Flask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339578"/>
            <a:ext cx="206759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API ve web sunucusu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3306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203306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HTML5 &amp; CSS3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339578"/>
            <a:ext cx="2067595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Modern UI tasarımı — Gradient, Flexbox, Grid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7658" y="3076724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JavaScript (ES6+)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27658" y="3383235"/>
            <a:ext cx="2067595" cy="4536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Canlı veri işleme ve DOM manipülasyonu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3972" y="3076724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FontAwesome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03972" y="3383235"/>
            <a:ext cx="206759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Dinamik araç ve durum ikonları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888727"/>
            <a:ext cx="39754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Araç Tiplerine Göre Yıkama Bekleme Süreleri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1181026"/>
            <a:ext cx="4890939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Küçük kabin sayısı arttıkça küçük araçların bekleme süresi dramatik biçimde düşmektedir.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1305892"/>
            <a:ext cx="4890939" cy="23097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26531" y="4084588"/>
            <a:ext cx="4890939" cy="1701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kabinde küçük araçlar ortalama </a:t>
            </a: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dakika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beklerken, 4 kabine çıkıldığında bu süre </a:t>
            </a: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0,1 dakikaya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düşmektedir. Büyük ve görevli araçların bekleme süreleri küçük kabin sayısından bağımsız olarak düşük kalmaktadır.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436"/>
            <a:ext cx="7864004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Geliş Sıklığına Göre Tamamlanan Araç Sayısı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99493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8178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Yoğunluk Analizi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44997"/>
            <a:ext cx="3902943" cy="907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Araç geliş sıklığı arttıkça sistemden geçen toplam araç sayısı doğal olarak artmaktadır. 2 dakikada bir araç gelişinde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118 araç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tamamlanırken, bu süre 15 dakikaya çıktığında tamamlanan araç sayısı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38'e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düşmektedir.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804047"/>
            <a:ext cx="4004965" cy="854943"/>
          </a:xfrm>
          <a:prstGeom prst="roundRect">
            <a:avLst>
              <a:gd name="adj" fmla="val 2487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6927" y="3964856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 Yüksek Kapasite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4271367"/>
            <a:ext cx="3683347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dk aralık → 118 araç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3804047"/>
            <a:ext cx="4005039" cy="854943"/>
          </a:xfrm>
          <a:prstGeom prst="roundRect">
            <a:avLst>
              <a:gd name="adj" fmla="val 24873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3651" y="3964856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 Düşük Kapasite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3651" y="4271367"/>
            <a:ext cx="36834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dk aralık → 38 araç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7654" y="343421"/>
            <a:ext cx="2990404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Sonuç ve Özet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847654" y="868561"/>
            <a:ext cx="4877693" cy="3527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Proje, temel bir yıkama modelinden </a:t>
            </a:r>
            <a:r>
              <a:rPr lang="en-US" sz="9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gelişmiş özelliklerle donatılmış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kapsamlı bir simülasyon sistemine dönüştürülmüştür.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7654" y="1334765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654" y="1523702"/>
            <a:ext cx="4877693" cy="14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7654" y="1612032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 Araç Kategorisi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847654" y="1859384"/>
            <a:ext cx="487769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Küçük, büyük ve görevli araçlar için özelleştirilmiş simülasyon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47654" y="2226320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654" y="2403277"/>
            <a:ext cx="4877693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47654" y="2503587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 Kabin Grubu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847654" y="2750939"/>
            <a:ext cx="487769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 araç tipi için ayrı kabin yönetimi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847654" y="3117875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654" y="3282925"/>
            <a:ext cx="4877693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47654" y="3395142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Detaylı Metrikler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3847654" y="3642494"/>
            <a:ext cx="487769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Yıkama ve kurulama bekleme süreleri araç grubuna göre ayrı hesaplanır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847654" y="4009430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54" y="4162499"/>
            <a:ext cx="4877693" cy="142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47654" y="4286696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Canlı Dashboard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3847654" y="4534049"/>
            <a:ext cx="487769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Glassmorphism tasarım, gerçek zamanlı görselleştirme ve dinamik log sistemi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73038"/>
            <a:ext cx="5635228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Canlı Takip Similasyonun Arayüzü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037481"/>
            <a:ext cx="7398469" cy="33868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4564484"/>
            <a:ext cx="8213675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2488"/>
            <a:ext cx="5635228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Canlı Takip Similasyonun Arayüzü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046931"/>
            <a:ext cx="7420570" cy="3367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4555034"/>
            <a:ext cx="8213675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95511"/>
            <a:ext cx="5448374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Canlı Takip Similasyonun Arayüzü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10" y="1029816"/>
            <a:ext cx="7373094" cy="339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610" y="4551983"/>
            <a:ext cx="8244780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3422</Words>
  <Application>WPS Presentation</Application>
  <PresentationFormat>On-screen Show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Alexandria Medium</vt:lpstr>
      <vt:lpstr>Alexandria Medium</vt:lpstr>
      <vt:lpstr>Alexandria Medium</vt:lpstr>
      <vt:lpstr>Manrope</vt:lpstr>
      <vt:lpstr>Manrope</vt:lpstr>
      <vt:lpstr>Manrope</vt:lpstr>
      <vt:lpstr>Alexandria Light</vt:lpstr>
      <vt:lpstr>Segoe Print</vt:lpstr>
      <vt:lpstr>Alexandria Light</vt:lpstr>
      <vt:lpstr>Alexandria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ASUS</cp:lastModifiedBy>
  <cp:revision>2</cp:revision>
  <dcterms:created xsi:type="dcterms:W3CDTF">2026-05-10T14:38:00Z</dcterms:created>
  <dcterms:modified xsi:type="dcterms:W3CDTF">2026-05-10T14:40:31Z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5672DFD206854824B212E653DA926984_12</vt:lpwstr>
  </property>
  <property fmtid="{D5CDD505-2E9C-101B-9397-08002B2CF9AE}" pid="3" name="KSOProductBuildVer">
    <vt:lpwstr>1033-12.2.0.23202</vt:lpwstr>
  </property>
</Properties>
</file>